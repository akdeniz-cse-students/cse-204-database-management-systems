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5" r:id="rId3"/>
    <p:sldId id="260" r:id="rId4"/>
    <p:sldId id="259" r:id="rId5"/>
    <p:sldId id="261" r:id="rId6"/>
    <p:sldId id="262" r:id="rId7"/>
    <p:sldId id="263" r:id="rId8"/>
    <p:sldId id="264" r:id="rId9"/>
  </p:sldIdLst>
  <p:sldSz cx="12188825" cy="6858000"/>
  <p:notesSz cx="6858000" cy="9144000"/>
  <p:defaultTextStyle>
    <a:defPPr>
      <a:defRPr lang="en-US">
        <a:uFillTx/>
      </a:defRPr>
    </a:defPPr>
    <a:lvl1pPr marL="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rgbClr val="00000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3190" autoAdjust="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128FCA9C-FF92-4024-BDEC-A6D3B663DC09}" type="datetimeFigureOut">
              <a:rPr lang="en-US">
                <a:uFillTx/>
              </a:rPr>
              <a:t>4/24/2025</a:t>
            </a:fld>
            <a:endParaRPr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A446DCAE-1661-43FF-8A44-43DAFDC1FD90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4590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772AB877-E7B1-4681-847E-D0918612832B}" type="datetimeFigureOut">
              <a:rPr lang="en-US">
                <a:uFillTx/>
              </a:rPr>
              <a:t>4/24/2025</a:t>
            </a:fld>
            <a:endParaRPr>
              <a:uFillTx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>
              <a:uFillTx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>
                <a:uFillTx/>
              </a:rPr>
              <a:t>Click to edit Master text styles</a:t>
            </a:r>
          </a:p>
          <a:p>
            <a:pPr lvl="1"/>
            <a:r>
              <a:rPr>
                <a:uFillTx/>
              </a:rPr>
              <a:t>Second level</a:t>
            </a:r>
          </a:p>
          <a:p>
            <a:pPr lvl="2"/>
            <a:r>
              <a:rPr>
                <a:uFillTx/>
              </a:rPr>
              <a:t>Third level</a:t>
            </a:r>
          </a:p>
          <a:p>
            <a:pPr lvl="3"/>
            <a:r>
              <a:rPr>
                <a:uFillTx/>
              </a:rPr>
              <a:t>Fourth level</a:t>
            </a:r>
          </a:p>
          <a:p>
            <a:pPr lvl="4"/>
            <a:r>
              <a:rPr>
                <a:uFillTx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69C971FF-EF28-4195-A575-329446EFAA55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5907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tr-TR" smtClean="0">
                <a:uFillTx/>
              </a:rPr>
              <a:t>1</a:t>
            </a:fld>
            <a:endParaRPr lang="tr-TR"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US">
                <a:uFillTx/>
              </a:rPr>
              <a:t>Click to edit Master subtitle style</a:t>
            </a:r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 baseline="0">
                <a:uFillTx/>
              </a:defRPr>
            </a:lvl7pPr>
            <a:lvl8pPr>
              <a:defRPr baseline="0">
                <a:uFillTx/>
              </a:defRPr>
            </a:lvl8pPr>
            <a:lvl9pPr>
              <a:defRPr baseline="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 baseline="0">
                <a:uFillTx/>
              </a:defRPr>
            </a:lvl7pPr>
            <a:lvl8pPr>
              <a:defRPr sz="1600" baseline="0">
                <a:uFillTx/>
              </a:defRPr>
            </a:lvl8pPr>
            <a:lvl9pPr>
              <a:defRPr sz="1600" baseline="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8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>
                <a:uFillTx/>
              </a:defRPr>
            </a:lvl1pPr>
            <a:lvl2pPr>
              <a:defRPr sz="1800">
                <a:uFillTx/>
              </a:defRPr>
            </a:lvl2pPr>
            <a:lvl3pPr>
              <a:defRPr sz="1600">
                <a:uFillTx/>
              </a:defRPr>
            </a:lvl3pPr>
            <a:lvl4pPr>
              <a:defRPr sz="1400">
                <a:uFillTx/>
              </a:defRPr>
            </a:lvl4pPr>
            <a:lvl5pPr>
              <a:defRPr sz="1400">
                <a:uFillTx/>
              </a:defRPr>
            </a:lvl5pPr>
            <a:lvl6pPr>
              <a:defRPr sz="1400">
                <a:uFillTx/>
              </a:defRPr>
            </a:lvl6pPr>
            <a:lvl7pPr>
              <a:defRPr sz="1400">
                <a:uFillTx/>
              </a:defRPr>
            </a:lvl7pPr>
            <a:lvl8pPr>
              <a:defRPr sz="1400">
                <a:uFillTx/>
              </a:defRPr>
            </a:lvl8pPr>
            <a:lvl9pPr>
              <a:defRPr sz="14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>
                <a:uFillTx/>
              </a:defRPr>
            </a:lvl1pPr>
            <a:lvl2pPr>
              <a:defRPr sz="1800">
                <a:uFillTx/>
              </a:defRPr>
            </a:lvl2pPr>
            <a:lvl3pPr>
              <a:defRPr sz="1600">
                <a:uFillTx/>
              </a:defRPr>
            </a:lvl3pPr>
            <a:lvl4pPr>
              <a:defRPr sz="1400">
                <a:uFillTx/>
              </a:defRPr>
            </a:lvl4pPr>
            <a:lvl5pPr>
              <a:defRPr sz="1400">
                <a:uFillTx/>
              </a:defRPr>
            </a:lvl5pPr>
            <a:lvl6pPr>
              <a:defRPr sz="1400">
                <a:uFillTx/>
              </a:defRPr>
            </a:lvl6pPr>
            <a:lvl7pPr>
              <a:defRPr sz="1400">
                <a:uFillTx/>
              </a:defRPr>
            </a:lvl7pPr>
            <a:lvl8pPr>
              <a:defRPr sz="1400" baseline="0">
                <a:uFillTx/>
              </a:defRPr>
            </a:lvl8pPr>
            <a:lvl9pPr>
              <a:defRPr sz="1400" baseline="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10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57192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5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>
                <a:uFillTx/>
              </a:defRPr>
            </a:lvl1pPr>
            <a:lvl2pPr marL="457200" indent="0">
              <a:buNone/>
              <a:defRPr sz="2800">
                <a:uFillTx/>
              </a:defRPr>
            </a:lvl2pPr>
            <a:lvl3pPr marL="914400" indent="0">
              <a:buNone/>
              <a:defRPr sz="2400">
                <a:uFillTx/>
              </a:defRPr>
            </a:lvl3pPr>
            <a:lvl4pPr marL="1371600" indent="0">
              <a:buNone/>
              <a:defRPr sz="2000">
                <a:uFillTx/>
              </a:defRPr>
            </a:lvl4pPr>
            <a:lvl5pPr marL="1828800" indent="0">
              <a:buNone/>
              <a:defRPr sz="2000">
                <a:uFillTx/>
              </a:defRPr>
            </a:lvl5pPr>
            <a:lvl6pPr marL="2286000" indent="0">
              <a:buNone/>
              <a:defRPr sz="2000">
                <a:uFillTx/>
              </a:defRPr>
            </a:lvl6pPr>
            <a:lvl7pPr marL="2743200" indent="0">
              <a:buNone/>
              <a:defRPr sz="2000">
                <a:uFillTx/>
              </a:defRPr>
            </a:lvl7pPr>
            <a:lvl8pPr marL="3200400" indent="0">
              <a:buNone/>
              <a:defRPr sz="2000">
                <a:uFillTx/>
              </a:defRPr>
            </a:lvl8pPr>
            <a:lvl9pPr marL="3657600" indent="0">
              <a:buNone/>
              <a:defRPr sz="2000">
                <a:uFillTx/>
              </a:defRPr>
            </a:lvl9pPr>
          </a:lstStyle>
          <a:p>
            <a:r>
              <a:rPr lang="en-US">
                <a:uFillTx/>
              </a:rPr>
              <a:t>Click icon to add picture</a:t>
            </a:r>
            <a:endParaRPr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 baseline="0">
                <a:uFillTx/>
              </a:defRPr>
            </a:lvl7pPr>
            <a:lvl8pPr>
              <a:defRPr baseline="0">
                <a:uFillTx/>
              </a:defRPr>
            </a:lvl8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>
                <a:uFillTx/>
              </a:defRPr>
            </a:lvl7pPr>
            <a:lvl8pPr>
              <a:defRPr>
                <a:uFillTx/>
              </a:defRPr>
            </a:lvl8pPr>
            <a:lvl9pPr>
              <a:defRPr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bg1">
                <a:lumMod val="95000"/>
              </a:schemeClr>
            </a:gs>
            <a:gs pos="28000">
              <a:schemeClr val="bg1"/>
            </a:gs>
            <a:gs pos="4800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/>
                </a:solidFill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uFillTx/>
              </a:defRPr>
            </a:lvl1pPr>
          </a:lstStyle>
          <a:p>
            <a:fld id="{F36C87F6-986D-49E6-AF40-1B3A1EE8064D}" type="slidenum">
              <a:rPr>
                <a:uFillTx/>
              </a:rPr>
              <a:pPr/>
              <a:t>‹#›</a:t>
            </a:fld>
            <a:endParaRPr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>
          <a:uFillTx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3812" y="1828799"/>
            <a:ext cx="11161240" cy="3048001"/>
          </a:xfrm>
        </p:spPr>
        <p:txBody>
          <a:bodyPr/>
          <a:lstStyle/>
          <a:p>
            <a:r>
              <a:rPr lang="en-US" dirty="0"/>
              <a:t>CS</a:t>
            </a:r>
            <a:r>
              <a:rPr lang="tr-TR" dirty="0"/>
              <a:t>E</a:t>
            </a:r>
            <a:r>
              <a:rPr lang="en-US" dirty="0"/>
              <a:t> </a:t>
            </a:r>
            <a:r>
              <a:rPr lang="tr-TR" dirty="0"/>
              <a:t>204 -</a:t>
            </a:r>
            <a:r>
              <a:rPr lang="en-US" dirty="0"/>
              <a:t> INTRO TO Database Systems</a:t>
            </a:r>
            <a:br>
              <a:rPr lang="en-US" dirty="0"/>
            </a:br>
            <a:r>
              <a:rPr lang="en-US" dirty="0">
                <a:uFillTx/>
              </a:rPr>
              <a:t>Group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684" y="5013176"/>
            <a:ext cx="7848600" cy="1143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uFillTx/>
              </a:rPr>
              <a:t>Joseph LEDET</a:t>
            </a:r>
          </a:p>
          <a:p>
            <a:r>
              <a:rPr lang="en-US" dirty="0">
                <a:uFillTx/>
              </a:rPr>
              <a:t>Department of Computer Engineering</a:t>
            </a:r>
          </a:p>
          <a:p>
            <a:r>
              <a:rPr lang="en-US" dirty="0" err="1">
                <a:uFillTx/>
              </a:rPr>
              <a:t>Akdeniz</a:t>
            </a:r>
            <a:r>
              <a:rPr lang="en-US" dirty="0">
                <a:uFillTx/>
              </a:rPr>
              <a:t> University</a:t>
            </a:r>
          </a:p>
          <a:p>
            <a:r>
              <a:rPr lang="en-US" dirty="0">
                <a:uFillTx/>
              </a:rPr>
              <a:t>josephledet@akdeniz.edu.tr </a:t>
            </a:r>
          </a:p>
        </p:txBody>
      </p:sp>
      <p:pic>
        <p:nvPicPr>
          <p:cNvPr id="102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/>
        </p:nvPicPr>
        <p:blipFill rotWithShape="1">
          <a:blip r:embed="rId3" cstate="print"/>
          <a:srcRect l="7727" t="7277" r="7277" b="7727"/>
          <a:stretch/>
        </p:blipFill>
        <p:spPr bwMode="auto">
          <a:xfrm>
            <a:off x="189756" y="188640"/>
            <a:ext cx="1584177" cy="1584176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 of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Science is the most reliable guide in life.</a:t>
            </a:r>
          </a:p>
          <a:p>
            <a:pPr lvl="1"/>
            <a:r>
              <a:rPr lang="en-US" dirty="0"/>
              <a:t>Mustafa Kemal Ataturk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7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DATE/TIME/LOCATION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Dates</a:t>
            </a:r>
          </a:p>
          <a:p>
            <a:pPr lvl="1"/>
            <a:r>
              <a:rPr lang="tr-TR" dirty="0"/>
              <a:t>Tuesday</a:t>
            </a:r>
            <a:r>
              <a:rPr lang="en-US" dirty="0"/>
              <a:t>/</a:t>
            </a:r>
            <a:r>
              <a:rPr lang="tr-TR" dirty="0"/>
              <a:t>Thurs</a:t>
            </a:r>
            <a:r>
              <a:rPr lang="en-US" dirty="0"/>
              <a:t>day – </a:t>
            </a:r>
            <a:r>
              <a:rPr lang="tr-TR" dirty="0"/>
              <a:t>06</a:t>
            </a:r>
            <a:r>
              <a:rPr lang="en-US" dirty="0"/>
              <a:t>, </a:t>
            </a:r>
            <a:r>
              <a:rPr lang="tr-TR" dirty="0"/>
              <a:t>08</a:t>
            </a:r>
            <a:r>
              <a:rPr lang="en-US" dirty="0"/>
              <a:t>, </a:t>
            </a:r>
            <a:r>
              <a:rPr lang="tr-TR" dirty="0"/>
              <a:t>13</a:t>
            </a:r>
            <a:r>
              <a:rPr lang="en-US" dirty="0"/>
              <a:t>, </a:t>
            </a:r>
            <a:r>
              <a:rPr lang="tr-TR" dirty="0"/>
              <a:t>15</a:t>
            </a:r>
            <a:r>
              <a:rPr lang="en-US" dirty="0"/>
              <a:t>, </a:t>
            </a:r>
            <a:r>
              <a:rPr lang="tr-TR" dirty="0"/>
              <a:t>20(</a:t>
            </a:r>
            <a:r>
              <a:rPr lang="en-US" dirty="0"/>
              <a:t>if necessary) – May – 2025</a:t>
            </a:r>
          </a:p>
          <a:p>
            <a:r>
              <a:rPr lang="en-US" dirty="0"/>
              <a:t>Time</a:t>
            </a:r>
          </a:p>
          <a:p>
            <a:pPr lvl="1"/>
            <a:r>
              <a:rPr lang="en-US" dirty="0"/>
              <a:t>Class Times</a:t>
            </a:r>
          </a:p>
          <a:p>
            <a:r>
              <a:rPr lang="en-US" dirty="0"/>
              <a:t>Location</a:t>
            </a:r>
          </a:p>
          <a:p>
            <a:pPr lvl="1"/>
            <a:r>
              <a:rPr lang="en-US" dirty="0"/>
              <a:t>Class Meeting location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tr-TR" smtClean="0">
                <a:uFillTx/>
              </a:rPr>
              <a:t>3</a:t>
            </a:fld>
            <a:endParaRPr lang="tr-TR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9414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Report and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Think Kickstarter</a:t>
            </a:r>
          </a:p>
          <a:p>
            <a:pPr lvl="1"/>
            <a:r>
              <a:rPr lang="en-US" dirty="0"/>
              <a:t>Imagine you are trying to get funding for this project</a:t>
            </a:r>
          </a:p>
          <a:p>
            <a:pPr lvl="1"/>
            <a:r>
              <a:rPr lang="en-US" dirty="0"/>
              <a:t>Your report and presentation needs to convince your audience that this is something worth investing in</a:t>
            </a:r>
          </a:p>
          <a:p>
            <a:r>
              <a:rPr lang="en-US" dirty="0"/>
              <a:t>Who is Your Audience</a:t>
            </a:r>
          </a:p>
          <a:p>
            <a:pPr lvl="1"/>
            <a:r>
              <a:rPr lang="en-US" dirty="0"/>
              <a:t>Imagine that the first report was seen by the IT folks at a potential client</a:t>
            </a:r>
          </a:p>
          <a:p>
            <a:pPr lvl="1"/>
            <a:r>
              <a:rPr lang="en-US" dirty="0"/>
              <a:t>Now you are getting the opportunity to present to the IT folks as well as other major players (managers, investors, shareholders, etc.)</a:t>
            </a:r>
          </a:p>
          <a:p>
            <a:r>
              <a:rPr lang="en-US" dirty="0"/>
              <a:t>What is the purpose? Mission Statement?</a:t>
            </a:r>
          </a:p>
          <a:p>
            <a:r>
              <a:rPr lang="en-US" dirty="0"/>
              <a:t>How will you achieve your goal?</a:t>
            </a:r>
          </a:p>
          <a:p>
            <a:r>
              <a:rPr lang="en-US" dirty="0"/>
              <a:t>Why should we give you money (i.e. “a good grade”)?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4</a:t>
            </a:fld>
            <a:endParaRPr lang="en-US">
              <a:uFillTx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Summarized results of fact-finding techniques</a:t>
            </a:r>
          </a:p>
          <a:p>
            <a:r>
              <a:rPr lang="en-US" dirty="0"/>
              <a:t>Final E-R diagram</a:t>
            </a:r>
          </a:p>
          <a:p>
            <a:pPr lvl="1"/>
            <a:r>
              <a:rPr lang="en-US" dirty="0"/>
              <a:t>Should be modified from original</a:t>
            </a:r>
          </a:p>
          <a:p>
            <a:r>
              <a:rPr lang="en-US" dirty="0"/>
              <a:t>Queries requested by customer</a:t>
            </a:r>
          </a:p>
          <a:p>
            <a:pPr lvl="1"/>
            <a:r>
              <a:rPr lang="en-US" dirty="0"/>
              <a:t>SQL</a:t>
            </a:r>
          </a:p>
          <a:p>
            <a:pPr lvl="1"/>
            <a:r>
              <a:rPr lang="en-US" dirty="0"/>
              <a:t>How a user can access it</a:t>
            </a:r>
          </a:p>
          <a:p>
            <a:pPr lvl="1"/>
            <a:r>
              <a:rPr lang="en-US" dirty="0"/>
              <a:t>Which users can have access to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5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5074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group member should contribute meaningfully to the presentation</a:t>
            </a:r>
          </a:p>
          <a:p>
            <a:r>
              <a:rPr lang="en-US" dirty="0"/>
              <a:t>Be prepared to answer questions from the audience</a:t>
            </a:r>
          </a:p>
          <a:p>
            <a:r>
              <a:rPr lang="en-US" dirty="0"/>
              <a:t>Expect that if a particular member has not substantially contributed during the presentation, that person will be called upon to answer a question</a:t>
            </a:r>
          </a:p>
          <a:p>
            <a:r>
              <a:rPr lang="en-US" dirty="0"/>
              <a:t>Have slides/demo prepared and practiced well in advance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6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534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student will be expected to attend the other groups’ presentations</a:t>
            </a:r>
          </a:p>
          <a:p>
            <a:r>
              <a:rPr lang="en-US" dirty="0"/>
              <a:t>In addition, you will be expected to contribute to the experience by asking relevant questions to the presenters</a:t>
            </a:r>
          </a:p>
          <a:p>
            <a:r>
              <a:rPr lang="en-US" dirty="0"/>
              <a:t>A non-trivial portion of your grade will be based on your level of participation as an audience member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7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7154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  <a:p>
            <a:pPr lvl="1"/>
            <a:r>
              <a:rPr lang="en-US" dirty="0"/>
              <a:t>Be prepared to present</a:t>
            </a:r>
          </a:p>
          <a:p>
            <a:r>
              <a:rPr lang="en-US" dirty="0"/>
              <a:t>Expect the unexpected</a:t>
            </a:r>
          </a:p>
          <a:p>
            <a:pPr lvl="1"/>
            <a:r>
              <a:rPr lang="en-US" dirty="0"/>
              <a:t>Groups will be ordered randomly (unless we have volunteers)</a:t>
            </a:r>
          </a:p>
          <a:p>
            <a:r>
              <a:rPr lang="en-US" dirty="0"/>
              <a:t>Have fun</a:t>
            </a:r>
          </a:p>
          <a:p>
            <a:pPr lvl="1"/>
            <a:r>
              <a:rPr lang="en-US" dirty="0"/>
              <a:t>You have worked hard on this project; show how much pride you have in something you have put a lot of time and energy into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8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90624151"/>
      </p:ext>
    </p:extLst>
  </p:cSld>
  <p:clrMapOvr>
    <a:masterClrMapping/>
  </p:clrMapOvr>
</p:sld>
</file>

<file path=ppt/theme/theme1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>
            <a:uFillTx/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>
            <a:uFillTx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E6F4557335E4DBC5FD6985562397E" ma:contentTypeVersion="4" ma:contentTypeDescription="Create a new document." ma:contentTypeScope="" ma:versionID="217601e6ce8771a434facf2b5e193371">
  <xsd:schema xmlns:xsd="http://www.w3.org/2001/XMLSchema" xmlns:xs="http://www.w3.org/2001/XMLSchema" xmlns:p="http://schemas.microsoft.com/office/2006/metadata/properties" xmlns:ns2="b5664684-f907-437c-a0ba-1e3b6f42b45a" targetNamespace="http://schemas.microsoft.com/office/2006/metadata/properties" ma:root="true" ma:fieldsID="88dd8352fd9f54cce1e4560a41138e92" ns2:_="">
    <xsd:import namespace="b5664684-f907-437c-a0ba-1e3b6f42b4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664684-f907-437c-a0ba-1e3b6f42b4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F40CEE-86D2-403D-A0BA-6CE6D604A5FA}"/>
</file>

<file path=customXml/itemProps2.xml><?xml version="1.0" encoding="utf-8"?>
<ds:datastoreItem xmlns:ds="http://schemas.openxmlformats.org/officeDocument/2006/customXml" ds:itemID="{694E38C6-990D-4414-9C4F-0FC838F0BA4E}"/>
</file>

<file path=customXml/itemProps3.xml><?xml version="1.0" encoding="utf-8"?>
<ds:datastoreItem xmlns:ds="http://schemas.openxmlformats.org/officeDocument/2006/customXml" ds:itemID="{3D45B55D-BF19-4682-8231-CE8495F8E0D0}"/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486</TotalTime>
  <Words>380</Words>
  <Application>Microsoft Office PowerPoint</Application>
  <PresentationFormat>Custom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Continental World 16x9</vt:lpstr>
      <vt:lpstr>CSE 204 - INTRO TO Database Systems Group Project</vt:lpstr>
      <vt:lpstr>Quote of the Day</vt:lpstr>
      <vt:lpstr>DATE/TIME/LOCATION</vt:lpstr>
      <vt:lpstr>Final Report and Presentation</vt:lpstr>
      <vt:lpstr>Technical Specifications</vt:lpstr>
      <vt:lpstr>Group Contribution</vt:lpstr>
      <vt:lpstr>Audience Participation</vt:lpstr>
      <vt:lpstr>FINAL NOTE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of the day</dc:title>
  <dc:creator>Joseph Ledet</dc:creator>
  <cp:keywords/>
  <cp:lastModifiedBy>Joseph William  Ledet</cp:lastModifiedBy>
  <cp:revision>22</cp:revision>
  <dcterms:created xsi:type="dcterms:W3CDTF">2015-09-11T13:16:30Z</dcterms:created>
  <dcterms:modified xsi:type="dcterms:W3CDTF">2025-04-24T09:06:05Z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TC028048919991</vt:lpwstr>
  </property>
  <property fmtid="{D5CDD505-2E9C-101B-9397-08002B2CF9AE}" pid="3" name="ContentTypeId">
    <vt:lpwstr>0x0101006C1E6F4557335E4DBC5FD6985562397E</vt:lpwstr>
  </property>
</Properties>
</file>