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3"/>
  </p:sldMasterIdLst>
  <p:notesMasterIdLst>
    <p:notesMasterId r:id="rId13"/>
  </p:notesMasterIdLst>
  <p:handoutMasterIdLst>
    <p:handoutMasterId r:id="rId14"/>
  </p:handoutMasterIdLst>
  <p:sldIdLst>
    <p:sldId id="256" r:id="rId4"/>
    <p:sldId id="263" r:id="rId5"/>
    <p:sldId id="258" r:id="rId6"/>
    <p:sldId id="264" r:id="rId7"/>
    <p:sldId id="260" r:id="rId8"/>
    <p:sldId id="265" r:id="rId9"/>
    <p:sldId id="266" r:id="rId10"/>
    <p:sldId id="267" r:id="rId11"/>
    <p:sldId id="268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3190" autoAdjust="0"/>
  </p:normalViewPr>
  <p:slideViewPr>
    <p:cSldViewPr>
      <p:cViewPr varScale="1">
        <p:scale>
          <a:sx n="66" d="100"/>
          <a:sy n="66" d="100"/>
        </p:scale>
        <p:origin x="900" y="4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openxmlformats.org/officeDocument/2006/relationships/customXml" Target="../customXml/item3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5/20/2025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5/20/2025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30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7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8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10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6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57192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5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  <p:pic>
        <p:nvPicPr>
          <p:cNvPr id="7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3812" y="1828799"/>
            <a:ext cx="11161240" cy="3048001"/>
          </a:xfrm>
        </p:spPr>
        <p:txBody>
          <a:bodyPr/>
          <a:lstStyle/>
          <a:p>
            <a:r>
              <a:rPr lang="en-US" dirty="0"/>
              <a:t>CS</a:t>
            </a:r>
            <a:r>
              <a:rPr lang="tr-TR" dirty="0"/>
              <a:t>E</a:t>
            </a:r>
            <a:r>
              <a:rPr lang="en-US" dirty="0"/>
              <a:t> </a:t>
            </a:r>
            <a:r>
              <a:rPr lang="tr-TR" dirty="0"/>
              <a:t>204 -</a:t>
            </a:r>
            <a:r>
              <a:rPr lang="en-US" dirty="0"/>
              <a:t> INTRO TO Database Systems</a:t>
            </a:r>
            <a:br>
              <a:rPr lang="en-US" dirty="0"/>
            </a:br>
            <a:r>
              <a:rPr lang="en-US" dirty="0"/>
              <a:t>Final Exam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684" y="5013176"/>
            <a:ext cx="7848600" cy="114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Joseph LEDET</a:t>
            </a:r>
          </a:p>
          <a:p>
            <a:r>
              <a:rPr lang="en-US" dirty="0"/>
              <a:t>Department of Computer Engineering</a:t>
            </a:r>
          </a:p>
          <a:p>
            <a:r>
              <a:rPr lang="en-US" dirty="0" err="1"/>
              <a:t>Akdeniz</a:t>
            </a:r>
            <a:r>
              <a:rPr lang="en-US" dirty="0"/>
              <a:t> University</a:t>
            </a:r>
          </a:p>
          <a:p>
            <a:r>
              <a:rPr lang="en-US" dirty="0"/>
              <a:t>josephledet@akdeniz.edu.tr </a:t>
            </a:r>
          </a:p>
        </p:txBody>
      </p:sp>
      <p:pic>
        <p:nvPicPr>
          <p:cNvPr id="1026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t="7277" r="7277" b="7727"/>
          <a:stretch/>
        </p:blipFill>
        <p:spPr bwMode="auto">
          <a:xfrm>
            <a:off x="189756" y="188640"/>
            <a:ext cx="1584177" cy="1584176"/>
          </a:xfrm>
          <a:prstGeom prst="rect">
            <a:avLst/>
          </a:prstGeom>
          <a:noFill/>
          <a:effectLst>
            <a:reflection blurRad="6350" stA="50000" endA="295" endPos="92000" dist="1016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DATE/TIME/LOCATION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614" y="1828800"/>
            <a:ext cx="9753600" cy="4343400"/>
          </a:xfrm>
        </p:spPr>
        <p:txBody>
          <a:bodyPr/>
          <a:lstStyle/>
          <a:p>
            <a:r>
              <a:rPr lang="en-US" dirty="0">
                <a:uFillTx/>
              </a:rPr>
              <a:t>Date</a:t>
            </a:r>
          </a:p>
          <a:p>
            <a:pPr lvl="1"/>
            <a:r>
              <a:rPr lang="en-US" dirty="0"/>
              <a:t>Tuesday, 03-June-2025</a:t>
            </a:r>
            <a:endParaRPr lang="en-US" dirty="0">
              <a:uFillTx/>
            </a:endParaRPr>
          </a:p>
          <a:p>
            <a:r>
              <a:rPr lang="en-US" dirty="0">
                <a:uFillTx/>
              </a:rPr>
              <a:t>Time</a:t>
            </a:r>
          </a:p>
          <a:p>
            <a:pPr lvl="1"/>
            <a:r>
              <a:rPr lang="en-US" dirty="0"/>
              <a:t>13:30</a:t>
            </a:r>
            <a:endParaRPr lang="en-US" dirty="0">
              <a:uFillTx/>
            </a:endParaRPr>
          </a:p>
          <a:p>
            <a:r>
              <a:rPr lang="en-US" dirty="0">
                <a:uFillTx/>
              </a:rPr>
              <a:t>Location</a:t>
            </a:r>
          </a:p>
          <a:p>
            <a:pPr lvl="1"/>
            <a:r>
              <a:rPr lang="en-US" dirty="0"/>
              <a:t>CAD, Ylab1, Ylab2, Ylab3</a:t>
            </a:r>
            <a:endParaRPr lang="en-US" dirty="0">
              <a:uFillTx/>
            </a:endParaRPr>
          </a:p>
          <a:p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2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4625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100 points</a:t>
            </a:r>
          </a:p>
          <a:p>
            <a:r>
              <a:rPr lang="en-US" dirty="0"/>
              <a:t>Represents 40% of Final grade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6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topics discussed in class</a:t>
            </a:r>
          </a:p>
          <a:p>
            <a:pPr lvl="1"/>
            <a:r>
              <a:rPr lang="en-US" dirty="0"/>
              <a:t>Everything from beginning of semester to Midterm Exam</a:t>
            </a:r>
          </a:p>
          <a:p>
            <a:pPr lvl="1"/>
            <a:r>
              <a:rPr lang="en-US" dirty="0"/>
              <a:t>Normalization (including advanced normalization)</a:t>
            </a:r>
          </a:p>
          <a:p>
            <a:pPr lvl="1"/>
            <a:r>
              <a:rPr lang="en-US" dirty="0"/>
              <a:t>Conceptual Database Design</a:t>
            </a:r>
          </a:p>
          <a:p>
            <a:pPr lvl="1"/>
            <a:r>
              <a:rPr lang="en-US" dirty="0"/>
              <a:t>Logical Database Design</a:t>
            </a:r>
          </a:p>
          <a:p>
            <a:pPr lvl="1"/>
            <a:r>
              <a:rPr lang="en-US" dirty="0"/>
              <a:t>Physical Database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4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2070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 answer questions</a:t>
            </a:r>
          </a:p>
          <a:p>
            <a:pPr lvl="1"/>
            <a:r>
              <a:rPr lang="en-US" dirty="0"/>
              <a:t>Define important terms</a:t>
            </a:r>
          </a:p>
          <a:p>
            <a:pPr lvl="1"/>
            <a:r>
              <a:rPr lang="en-US" dirty="0"/>
              <a:t>Give Examples</a:t>
            </a:r>
          </a:p>
          <a:p>
            <a:r>
              <a:rPr lang="en-US" dirty="0"/>
              <a:t>Problems</a:t>
            </a:r>
          </a:p>
          <a:p>
            <a:pPr lvl="1"/>
            <a:r>
              <a:rPr lang="en-US" dirty="0"/>
              <a:t>Write SQL statements</a:t>
            </a:r>
          </a:p>
          <a:p>
            <a:pPr lvl="1"/>
            <a:r>
              <a:rPr lang="en-US" dirty="0"/>
              <a:t>Analyze an E-R diagram</a:t>
            </a:r>
          </a:p>
          <a:p>
            <a:pPr lvl="1"/>
            <a:r>
              <a:rPr lang="en-US" dirty="0"/>
              <a:t>Understand traps</a:t>
            </a:r>
          </a:p>
          <a:p>
            <a:pPr lvl="1"/>
            <a:r>
              <a:rPr lang="en-US" dirty="0"/>
              <a:t>Know how to normalize a dataset</a:t>
            </a:r>
          </a:p>
          <a:p>
            <a:r>
              <a:rPr lang="en-US" dirty="0"/>
              <a:t>Long answer questions</a:t>
            </a:r>
          </a:p>
          <a:p>
            <a:pPr lvl="1"/>
            <a:r>
              <a:rPr lang="en-US" dirty="0"/>
              <a:t>Explain important concepts</a:t>
            </a:r>
          </a:p>
          <a:p>
            <a:pPr lvl="1"/>
            <a:r>
              <a:rPr lang="en-US" dirty="0"/>
              <a:t>Understand how to merge two databases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4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FINAL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uFillTx/>
              </a:rPr>
              <a:t>Closed</a:t>
            </a:r>
          </a:p>
          <a:p>
            <a:pPr lvl="1"/>
            <a:r>
              <a:rPr lang="en-US" dirty="0">
                <a:uFillTx/>
              </a:rPr>
              <a:t>Phone</a:t>
            </a:r>
          </a:p>
          <a:p>
            <a:pPr lvl="1"/>
            <a:r>
              <a:rPr lang="en-US" dirty="0">
                <a:uFillTx/>
              </a:rPr>
              <a:t>Computer</a:t>
            </a:r>
          </a:p>
          <a:p>
            <a:pPr lvl="1"/>
            <a:r>
              <a:rPr lang="en-US" dirty="0">
                <a:uFillTx/>
              </a:rPr>
              <a:t>Electrical Devices</a:t>
            </a:r>
          </a:p>
          <a:p>
            <a:pPr lvl="1"/>
            <a:r>
              <a:rPr lang="en-US" dirty="0">
                <a:uFillTx/>
              </a:rPr>
              <a:t>Mouth</a:t>
            </a:r>
          </a:p>
          <a:p>
            <a:r>
              <a:rPr lang="en-US" dirty="0">
                <a:uFillTx/>
              </a:rPr>
              <a:t>Open</a:t>
            </a:r>
          </a:p>
          <a:p>
            <a:pPr lvl="1"/>
            <a:r>
              <a:rPr lang="en-US" dirty="0">
                <a:uFillTx/>
              </a:rPr>
              <a:t>Mind</a:t>
            </a:r>
          </a:p>
          <a:p>
            <a:pPr lvl="1"/>
            <a:r>
              <a:rPr lang="en-US" dirty="0">
                <a:uFillTx/>
              </a:rPr>
              <a:t>1 “Notes Sheet” is allowed</a:t>
            </a:r>
          </a:p>
          <a:p>
            <a:pPr lvl="1"/>
            <a:r>
              <a:rPr lang="en-US" dirty="0">
                <a:uFillTx/>
              </a:rPr>
              <a:t>All notes, printed material, textbook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6</a:t>
            </a:fld>
            <a:endParaRPr lang="en-US">
              <a:uFillTx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845940" y="4725144"/>
            <a:ext cx="338437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83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613" y="1900808"/>
            <a:ext cx="9753599" cy="1600200"/>
          </a:xfrm>
        </p:spPr>
        <p:txBody>
          <a:bodyPr>
            <a:noAutofit/>
          </a:bodyPr>
          <a:lstStyle/>
          <a:p>
            <a:pPr marL="45720" indent="0" algn="ctr">
              <a:buNone/>
            </a:pPr>
            <a:r>
              <a:rPr lang="en-US" sz="30000" dirty="0">
                <a:uFillTx/>
                <a:latin typeface="Lucida Console" panose="020B0609040504020204" pitchFamily="49" charset="0"/>
              </a:rPr>
              <a:t>[?]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7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2481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12E-5868-3B08-DD7C-0F165BC9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06C2-54AD-F2D0-7C5A-1C4CA469B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1EA38-A252-43BD-6B8B-761FEA4A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FF03E-EBE0-08A6-E37F-E4E7E3E44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37" y="1796774"/>
            <a:ext cx="92868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16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CB8F8-E560-F823-716D-05172BA64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11E5-1342-7D01-FC7D-1C9975C2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BE403-B652-F2B6-21A8-E94BFB05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9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2C371E-1E00-0762-6EC5-D6B1F45C3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3852" y="1553389"/>
            <a:ext cx="10082801" cy="489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51907"/>
      </p:ext>
    </p:extLst>
  </p:cSld>
  <p:clrMapOvr>
    <a:masterClrMapping/>
  </p:clrMapOvr>
</p:sld>
</file>

<file path=ppt/theme/theme1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E6F4557335E4DBC5FD6985562397E" ma:contentTypeVersion="4" ma:contentTypeDescription="Create a new document." ma:contentTypeScope="" ma:versionID="217601e6ce8771a434facf2b5e193371">
  <xsd:schema xmlns:xsd="http://www.w3.org/2001/XMLSchema" xmlns:xs="http://www.w3.org/2001/XMLSchema" xmlns:p="http://schemas.microsoft.com/office/2006/metadata/properties" xmlns:ns2="b5664684-f907-437c-a0ba-1e3b6f42b45a" targetNamespace="http://schemas.microsoft.com/office/2006/metadata/properties" ma:root="true" ma:fieldsID="88dd8352fd9f54cce1e4560a41138e92" ns2:_="">
    <xsd:import namespace="b5664684-f907-437c-a0ba-1e3b6f42b4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664684-f907-437c-a0ba-1e3b6f42b4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3E7AB9-EE4E-480F-AEC6-ABD5B7F44C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E0A1B7-0FE7-40B5-B49B-C9F3756FB1DE}"/>
</file>

<file path=customXml/itemProps3.xml><?xml version="1.0" encoding="utf-8"?>
<ds:datastoreItem xmlns:ds="http://schemas.openxmlformats.org/officeDocument/2006/customXml" ds:itemID="{BC87855E-8C60-4D25-BADE-F3CE8D7F0512}"/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0</TotalTime>
  <Words>162</Words>
  <Application>Microsoft Office PowerPoint</Application>
  <PresentationFormat>Custom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Lucida Console</vt:lpstr>
      <vt:lpstr>Continental World 16x9</vt:lpstr>
      <vt:lpstr>CSE 204 - INTRO TO Database Systems Final Exam Information</vt:lpstr>
      <vt:lpstr>DATE/TIME/LOCATION</vt:lpstr>
      <vt:lpstr>GRADING INFORMATION</vt:lpstr>
      <vt:lpstr>Topics Covered</vt:lpstr>
      <vt:lpstr>Format</vt:lpstr>
      <vt:lpstr>FINAL NOTE</vt:lpstr>
      <vt:lpstr>Questions</vt:lpstr>
      <vt:lpstr>Midterm Question</vt:lpstr>
      <vt:lpstr>Midterm Question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2015-09-11T13:16:30Z</dcterms:created>
  <dcterms:modified xsi:type="dcterms:W3CDTF">2025-05-20T09:57:10Z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TC028048919991</vt:lpwstr>
  </property>
  <property fmtid="{D5CDD505-2E9C-101B-9397-08002B2CF9AE}" pid="3" name="ContentTypeId">
    <vt:lpwstr>0x0101006C1E6F4557335E4DBC5FD6985562397E</vt:lpwstr>
  </property>
</Properties>
</file>